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D450-C302-84F3-F183-E7DE60782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689FA-CB7B-6969-E990-27A781E12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D3BA5-15EA-6752-3D83-BB62DDB4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3880-3E65-08E2-2228-6537B4DB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C641-FB11-6AEF-761F-F62B3CB75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2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154E-5DE1-8E39-9E72-4FEC8045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4793-5563-7005-9F46-2E19BE1C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0CF3-5197-893F-3AB7-94EEE286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22D0C-8C02-5799-C934-9D91727F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ACB9B-AF89-E2E8-D748-5C0072A5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0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086D-C71D-7643-9B04-0D0C7F8F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C4FB8-158D-5BE7-D76E-ED2D433FA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A1251-EA46-3C19-3850-54CA6826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10936-DBC2-31EE-0935-19297703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FE27-5F1B-59AE-4009-D1E9FDC3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4E7F-0E88-052E-89DA-4647641E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5B3A1-F51E-826B-5337-439097F5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99FE8-2E6D-0D41-0C57-F1338B154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EF46-A605-818D-B5FF-99449732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28848-0E9B-9A7A-1558-6B0FAE77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2D203-7FBC-D206-5493-6FC24321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5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4CBA-A400-A5C5-EDFE-CC8379A0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3AD81-DA04-0239-FC01-B3FF4FC9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7C217-8A3E-7350-7F9A-9E41BF400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0ACC1-8F3A-8520-E13E-4EF14F923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2FEA3-314A-A118-D096-98805508A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E29C5-20EA-4061-9A6C-2A8892BA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72D42-CB7B-275B-037A-DC843005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BD329-A5F4-ECF0-F4F4-2ABD7C6A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4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ABAB-5F9D-4512-DB46-A2A4F807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5B68D-4666-A53D-34C4-5015F6B9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6AEAE-9F4E-1FE7-FE33-96747648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C9315-8C31-B846-C8DF-2EA5C51C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8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C0756-F4C6-2436-7DDF-9CAC3AE7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C7BEE-4F43-0544-5AF0-2025DC87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DA437-CBC1-B8DF-B599-580AD04B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787E-09AC-EC75-5071-957582AC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FFAE9-70ED-967B-641D-BED1FE91F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68F28-44CC-FF0B-6C48-B858ECB8D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E5F28-1C45-BFED-F206-2AD4A3A4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E5A0E-58DA-5677-9AFE-19DBAFAC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B8157-1E60-A2D2-88F2-C26F0744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4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38BD-AB15-6744-8AAA-F7F09125F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27CA5-5D91-3206-BCD3-974488D7D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D6952-B829-3FE1-F97F-7FEAD2CA3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89FB-F373-17FF-6D02-46D42EF3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D990-007C-B21D-52CF-46CBD055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31C68-D92B-2845-8301-E08FBE03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27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DD7A-1939-EDD7-6DAC-14B0D5BB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8E0FA-3A98-911D-258C-52BA0BE32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8B988-F0C3-5226-8544-97E03134A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D1C6E-2632-E43D-40E4-0856F61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BC17B-134D-5B5A-FB54-0B3AF07C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3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05680-E26F-2FDE-BC56-E0C23A457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2C1D9-A13D-CF78-07CE-508AD526B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3F5DA-05A6-38A8-3E6E-673A16C0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DF033-C91D-C989-4C23-E69FD00B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10BA2-BDC3-542F-2B76-4E7E21D7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EF9950-59E3-1446-786D-6B925D73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DA58C-71BF-9825-7B0B-FCCACA1EB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E84D1-E2B4-044D-2027-6DB9C066C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159AE-06A0-422F-B9B4-524FA1C002C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1FA91-22D9-406F-854E-632509F49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CDFB8-5107-DDC9-AD94-739DFC424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F674D-ABCB-4531-BDEF-9B7A335EA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2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45928EC-97BF-DE6E-095E-E344F1E20A91}"/>
              </a:ext>
            </a:extLst>
          </p:cNvPr>
          <p:cNvGrpSpPr/>
          <p:nvPr/>
        </p:nvGrpSpPr>
        <p:grpSpPr>
          <a:xfrm>
            <a:off x="2761533" y="70338"/>
            <a:ext cx="6857391" cy="6780636"/>
            <a:chOff x="2761533" y="70338"/>
            <a:chExt cx="6857391" cy="67806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06512F2-AC9C-AD05-ECA9-1685D0876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1533" y="923430"/>
              <a:ext cx="6668933" cy="488850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D012D58-9455-661B-8DCD-250404C26DFD}"/>
                </a:ext>
              </a:extLst>
            </p:cNvPr>
            <p:cNvSpPr txBox="1"/>
            <p:nvPr/>
          </p:nvSpPr>
          <p:spPr>
            <a:xfrm>
              <a:off x="4377305" y="70338"/>
              <a:ext cx="1998920" cy="52322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noProof="0" dirty="0" err="1"/>
                <a:t>Kossira</a:t>
              </a:r>
              <a:r>
                <a:rPr lang="en-US" sz="1400" noProof="0" dirty="0"/>
                <a:t> occurrences normalized @ 6000FH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BAF389-97B0-2A17-EFEB-FF4B08338287}"/>
                </a:ext>
              </a:extLst>
            </p:cNvPr>
            <p:cNvSpPr txBox="1"/>
            <p:nvPr/>
          </p:nvSpPr>
          <p:spPr>
            <a:xfrm>
              <a:off x="6476488" y="70338"/>
              <a:ext cx="1998920" cy="52322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noProof="0" dirty="0"/>
                <a:t>Janus occurrences</a:t>
              </a:r>
              <a:br>
                <a:rPr lang="en-US" sz="1400" noProof="0" dirty="0"/>
              </a:br>
              <a:r>
                <a:rPr lang="en-US" sz="1400" noProof="0" dirty="0"/>
                <a:t>normalized @ 6000FH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3F697E93-CE22-09CE-A405-9BA83020A40B}"/>
                </a:ext>
              </a:extLst>
            </p:cNvPr>
            <p:cNvSpPr/>
            <p:nvPr/>
          </p:nvSpPr>
          <p:spPr>
            <a:xfrm>
              <a:off x="5240597" y="648930"/>
              <a:ext cx="363794" cy="24500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ED6EAF91-61C1-D2B1-6CE0-493B23344F86}"/>
                </a:ext>
              </a:extLst>
            </p:cNvPr>
            <p:cNvSpPr/>
            <p:nvPr/>
          </p:nvSpPr>
          <p:spPr>
            <a:xfrm>
              <a:off x="7487268" y="644011"/>
              <a:ext cx="363794" cy="24500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FD503C-00C1-A25F-DC81-49E5B5941B51}"/>
                </a:ext>
              </a:extLst>
            </p:cNvPr>
            <p:cNvSpPr txBox="1"/>
            <p:nvPr/>
          </p:nvSpPr>
          <p:spPr>
            <a:xfrm>
              <a:off x="4994787" y="6112310"/>
              <a:ext cx="2244730" cy="73866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noProof="0" dirty="0"/>
                <a:t>Weighting factor centered on </a:t>
              </a:r>
              <a:r>
                <a:rPr lang="en-US" sz="1400" noProof="0" dirty="0" err="1"/>
                <a:t>Kossira</a:t>
              </a:r>
              <a:r>
                <a:rPr lang="en-US" sz="1400" noProof="0" dirty="0"/>
                <a:t> average g</a:t>
              </a:r>
              <a:br>
                <a:rPr lang="en-US" sz="1400" noProof="0" dirty="0"/>
              </a:br>
              <a:r>
                <a:rPr lang="en-US" sz="1400" noProof="0" dirty="0"/>
                <a:t>due to S/N curve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04A131-AE16-E111-F8F5-AB7249360DC3}"/>
                </a:ext>
              </a:extLst>
            </p:cNvPr>
            <p:cNvSpPr txBox="1"/>
            <p:nvPr/>
          </p:nvSpPr>
          <p:spPr>
            <a:xfrm>
              <a:off x="7374194" y="6112310"/>
              <a:ext cx="2244730" cy="73866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noProof="0" dirty="0"/>
                <a:t>Weighting factor centered on Janus average g</a:t>
              </a:r>
              <a:br>
                <a:rPr lang="en-US" sz="1400" noProof="0" dirty="0"/>
              </a:br>
              <a:r>
                <a:rPr lang="en-US" sz="1400" noProof="0" dirty="0"/>
                <a:t>due to S/N curve</a:t>
              </a:r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8F2BD661-1334-FD99-ECBA-7058EDAFB0CA}"/>
                </a:ext>
              </a:extLst>
            </p:cNvPr>
            <p:cNvSpPr/>
            <p:nvPr/>
          </p:nvSpPr>
          <p:spPr>
            <a:xfrm rot="10800000">
              <a:off x="8293511" y="5843599"/>
              <a:ext cx="363794" cy="24500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FA4FA0CD-1931-2A03-FDF9-BE879EDF3283}"/>
                </a:ext>
              </a:extLst>
            </p:cNvPr>
            <p:cNvSpPr/>
            <p:nvPr/>
          </p:nvSpPr>
          <p:spPr>
            <a:xfrm rot="10800000">
              <a:off x="6036999" y="5838687"/>
              <a:ext cx="363794" cy="24500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970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39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Deroui</dc:creator>
  <cp:lastModifiedBy>Jl Deroui</cp:lastModifiedBy>
  <cp:revision>1</cp:revision>
  <dcterms:created xsi:type="dcterms:W3CDTF">2026-06-02T21:08:17Z</dcterms:created>
  <dcterms:modified xsi:type="dcterms:W3CDTF">2026-06-03T06:25:14Z</dcterms:modified>
</cp:coreProperties>
</file>